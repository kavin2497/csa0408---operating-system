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5" r:id="rId8"/>
    <p:sldId id="267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7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10/1/2026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83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10/1/2026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457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1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015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7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42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41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66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10/1/2026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72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48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39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06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57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54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991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590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9686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52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3860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0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20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90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45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257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277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3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36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31267" y="2187734"/>
            <a:ext cx="58647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OPERATING SYSTEM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19447" y="3077636"/>
            <a:ext cx="7745262" cy="15901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0"/>
              </a:spcAft>
              <a:defRPr sz="2400" b="1"/>
            </a:pPr>
            <a:r>
              <a:rPr dirty="0"/>
              <a:t>Process Scheduling, Memory Allocation and I/O Operations</a:t>
            </a:r>
          </a:p>
          <a:p>
            <a:pPr algn="ctr">
              <a:spcAft>
                <a:spcPts val="2000"/>
              </a:spcAft>
              <a:defRPr sz="2000" b="0"/>
            </a:pPr>
            <a:r>
              <a:rPr lang="en-US" dirty="0"/>
              <a:t>CSA0408 </a:t>
            </a:r>
            <a:r>
              <a:rPr dirty="0"/>
              <a:t>Technical Presentation</a:t>
            </a:r>
          </a:p>
          <a:p>
            <a:pPr algn="ctr">
              <a:spcAft>
                <a:spcPts val="2000"/>
              </a:spcAft>
              <a:defRPr sz="2000" b="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598081" y="5325387"/>
            <a:ext cx="16887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rPr lang="en-US" sz="1600" dirty="0"/>
              <a:t>Presented by </a:t>
            </a:r>
          </a:p>
          <a:p>
            <a:pPr algn="ctr">
              <a:defRPr sz="1000"/>
            </a:pPr>
            <a:r>
              <a:rPr lang="en-US" sz="1600" dirty="0" err="1"/>
              <a:t>Kavinadhithya</a:t>
            </a:r>
            <a:r>
              <a:rPr lang="en-US" sz="1600" dirty="0"/>
              <a:t> R S</a:t>
            </a:r>
            <a:endParaRPr sz="1600" dirty="0"/>
          </a:p>
        </p:txBody>
      </p:sp>
      <p:pic>
        <p:nvPicPr>
          <p:cNvPr id="7" name="Picture 6" descr="SSE-Computer Science and Engineering">
            <a:extLst>
              <a:ext uri="{FF2B5EF4-FFF2-40B4-BE49-F238E27FC236}">
                <a16:creationId xmlns:a16="http://schemas.microsoft.com/office/drawing/2014/main" id="{6323237C-7BD2-87FC-CDD3-46E899CD3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708" y="606417"/>
            <a:ext cx="8956429" cy="96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66380C-9F64-96C3-6621-06DC38F09D90}"/>
              </a:ext>
            </a:extLst>
          </p:cNvPr>
          <p:cNvSpPr txBox="1"/>
          <p:nvPr/>
        </p:nvSpPr>
        <p:spPr>
          <a:xfrm>
            <a:off x="1510748" y="5179921"/>
            <a:ext cx="1066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Guided by</a:t>
            </a:r>
          </a:p>
          <a:p>
            <a:r>
              <a:rPr lang="en-US" sz="1600" dirty="0" err="1"/>
              <a:t>Dr.Vasavi</a:t>
            </a:r>
            <a:r>
              <a:rPr lang="en-US" sz="1600" dirty="0"/>
              <a:t> J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1045597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7927" y="2006873"/>
            <a:ext cx="8340918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An Operating System (OS) is system software that manages computer resources.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It acts as a link between the user and computer hardware.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The main functions include process management, memory management and I/O management.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These functions help the computer run programs efficiently and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7151" y="964095"/>
            <a:ext cx="47573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US" dirty="0"/>
              <a:t>2</a:t>
            </a:r>
            <a:r>
              <a:rPr dirty="0"/>
              <a:t>. PROCESS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8028" y="1955442"/>
            <a:ext cx="7649155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A process is a program that is currently running.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The OS creates and terminates processes.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The CPU scheduler decides which process gets CPU time.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Context switching allows the CPU to move between processes.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Example: Running a browser and music player at the same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99036" y="964096"/>
            <a:ext cx="47936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US" dirty="0"/>
              <a:t>3</a:t>
            </a:r>
            <a:r>
              <a:rPr dirty="0"/>
              <a:t>.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7558" y="2068748"/>
            <a:ext cx="8396577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The OS manages the computer's main memory (RAM).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It allocates memory to processes when they need it.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It releases memory after a process finishes.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It keeps processes from incorrectly accessing another process's memory.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Example: Giving RAM space to a newly opened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45324" y="1013791"/>
            <a:ext cx="376231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US" dirty="0"/>
              <a:t>4</a:t>
            </a:r>
            <a:r>
              <a:rPr dirty="0"/>
              <a:t>. I/O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7137" y="2215847"/>
            <a:ext cx="1033272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I/O means Input/Output.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The OS controls communication between programs and hardware devices.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Examples include keyboard, mouse, monitor, printer and storage devices.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Device drivers help the OS communicate with specific hardware.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Example: The OS sends print data from an application to a printer.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25345" y="848070"/>
            <a:ext cx="55410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US" dirty="0"/>
              <a:t>5</a:t>
            </a:r>
            <a:r>
              <a:rPr dirty="0"/>
              <a:t>. EXAMPLES OF SYSTEM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9792" y="1964496"/>
            <a:ext cx="7887694" cy="292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fork() – creates a new process.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malloc() – requests memory during program execution.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open() – opens a file.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read() – reads data from a file or device.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write() – writes data to a file or device.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close() – closes an opened file or device.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83488" y="1051560"/>
            <a:ext cx="29202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US" dirty="0"/>
              <a:t>6</a:t>
            </a:r>
            <a:r>
              <a:rPr dirty="0"/>
              <a:t>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3687" y="2033546"/>
            <a:ext cx="8464234" cy="292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The Operating System manages all major computer resources.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Process Management controls CPU execution.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Memory Management controls RAM allocation.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I/O Management controls communication with devices.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System calls provide a way for programs to request OS services.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v"/>
              <a:defRPr sz="2100"/>
            </a:pPr>
            <a:r>
              <a:rPr dirty="0"/>
              <a:t>These functions work together to make the computer reliable and efficient.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AFEAF-2EF9-C535-D197-B948CB926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85" y="405516"/>
            <a:ext cx="9843715" cy="60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5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 you Images - Free Download on Magnific (formerly Freepik)">
            <a:extLst>
              <a:ext uri="{FF2B5EF4-FFF2-40B4-BE49-F238E27FC236}">
                <a16:creationId xmlns:a16="http://schemas.microsoft.com/office/drawing/2014/main" id="{AFA99B50-6A55-D445-7285-2FDBBB60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011" y="709367"/>
            <a:ext cx="7686186" cy="543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83092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60</TotalTime>
  <Words>369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Felix Titling</vt:lpstr>
      <vt:lpstr>Goudy Old Style</vt:lpstr>
      <vt:lpstr>Wingdings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kavin rs</cp:lastModifiedBy>
  <cp:revision>5</cp:revision>
  <dcterms:created xsi:type="dcterms:W3CDTF">2013-01-27T09:14:16Z</dcterms:created>
  <dcterms:modified xsi:type="dcterms:W3CDTF">2026-10-01T05:07:36Z</dcterms:modified>
  <cp:category/>
</cp:coreProperties>
</file>